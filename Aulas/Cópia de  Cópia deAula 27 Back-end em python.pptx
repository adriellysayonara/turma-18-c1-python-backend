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287000" cx="18288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jw+BeNo7Hnv0/v+Ux0NwmONjjF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5334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Ana Clara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Criação: Factory e Singleton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121380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Compreender os padrões de criação de objetos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Estudar e aplicar Factory Method e Singleton em Python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Desenvolver exemplos práticos, incluindo implementação de um Logger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Preparar os alunos para usar padrões em sistemas reais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71f89f91c1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clara.gomes@ufpe.br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" name="Google Shape;101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71f89f91c1_0_185"/>
          <p:cNvSpPr txBox="1"/>
          <p:nvPr/>
        </p:nvSpPr>
        <p:spPr>
          <a:xfrm>
            <a:off x="2086950" y="1276525"/>
            <a:ext cx="7721700" cy="16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