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10287000" cx="18288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i9GlP8lIFAgZHJi80b9jJqKlo/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E4DE432-98AD-4EDA-A79C-19001163CE0F}">
  <a:tblStyle styleId="{7E4DE432-98AD-4EDA-A79C-19001163CE0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5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4.xml"/><Relationship Id="rId21" Type="http://schemas.openxmlformats.org/officeDocument/2006/relationships/font" Target="fonts/RobotoMon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8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RobotoMono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1f89f91c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71f89f91c1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bc14d67d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9bc14d67dd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bc14d67d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9bc14d67dd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bc14d67d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9bc14d67dd_0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bc14d67d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9bc14d67dd_0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1f89f91c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71f89f91c1_0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9250" y="254175"/>
            <a:ext cx="17837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Back-end em python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49075" y="7942375"/>
            <a:ext cx="6627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Profª. Ma. Adrielly Sayonara</a:t>
            </a:r>
            <a:endParaRPr b="1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g371f89f91c1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71f89f91c1_0_95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30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Introdução ao Padrão MVC + Análise de Sistema OO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g371f89f91c1_0_95"/>
          <p:cNvSpPr txBox="1"/>
          <p:nvPr/>
        </p:nvSpPr>
        <p:spPr>
          <a:xfrm>
            <a:off x="1151325" y="3028800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Objetivos da Aula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g371f89f91c1_0_95"/>
          <p:cNvSpPr txBox="1"/>
          <p:nvPr/>
        </p:nvSpPr>
        <p:spPr>
          <a:xfrm>
            <a:off x="1151325" y="3809875"/>
            <a:ext cx="109896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Compreender o que é MVC e por que ele é usado.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Identificar responsabilidades (Model, View, Controller).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Relacionar MVC com a estrutura de um projeto Python/Django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bc14d67dd_0_5"/>
          <p:cNvSpPr txBox="1"/>
          <p:nvPr/>
        </p:nvSpPr>
        <p:spPr>
          <a:xfrm>
            <a:off x="1151325" y="3028800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 que é MVC ?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g39bc14d67dd_0_5"/>
          <p:cNvSpPr txBox="1"/>
          <p:nvPr/>
        </p:nvSpPr>
        <p:spPr>
          <a:xfrm>
            <a:off x="1151325" y="3809875"/>
            <a:ext cx="10989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MVC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significa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Model–View–Controller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um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padrão de arquitetura de software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usado para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organizar o código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forma que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separe a lógica de negócios da interface com o usuário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facilita a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manutenção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testes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reutilização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código.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0" name="Google Shape;100;g39bc14d67dd_0_5"/>
          <p:cNvGraphicFramePr/>
          <p:nvPr/>
        </p:nvGraphicFramePr>
        <p:xfrm>
          <a:off x="1213975" y="514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{7E4DE432-98AD-4EDA-A79C-19001163CE0F}</a:tableStyleId>
              </a:tblPr>
              <a:tblGrid>
                <a:gridCol w="2186100"/>
                <a:gridCol w="6303775"/>
                <a:gridCol w="419930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Camada</a:t>
                      </a:r>
                      <a:endParaRPr b="1" sz="2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Responsabilidade Principal</a:t>
                      </a:r>
                      <a:endParaRPr b="1" sz="2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Exemplo</a:t>
                      </a:r>
                      <a:endParaRPr b="1" sz="2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Model (Modelo)</a:t>
                      </a:r>
                      <a:endParaRPr b="1" sz="2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Representa os </a:t>
                      </a:r>
                      <a:r>
                        <a:rPr b="1" lang="en-US" sz="2000" u="none" cap="none" strike="noStrike"/>
                        <a:t>dados</a:t>
                      </a:r>
                      <a:r>
                        <a:rPr lang="en-US" sz="2000" u="none" cap="none" strike="noStrike"/>
                        <a:t> e as </a:t>
                      </a:r>
                      <a:r>
                        <a:rPr b="1" lang="en-US" sz="2000" u="none" cap="none" strike="noStrike"/>
                        <a:t>regras de negócio</a:t>
                      </a:r>
                      <a:r>
                        <a:rPr lang="en-US" sz="2000" u="none" cap="none" strike="noStrike"/>
                        <a:t>. É responsável por acessar o banco de dados.</a:t>
                      </a:r>
                      <a:endParaRPr sz="2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Classes que representam tabelas e métodos que manipulam dados.</a:t>
                      </a:r>
                      <a:endParaRPr sz="2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View (Visão)</a:t>
                      </a:r>
                      <a:endParaRPr b="1" sz="2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Define </a:t>
                      </a:r>
                      <a:r>
                        <a:rPr b="1" lang="en-US" sz="2000" u="none" cap="none" strike="noStrike"/>
                        <a:t>como os dados são exibidos</a:t>
                      </a:r>
                      <a:r>
                        <a:rPr lang="en-US" sz="2000" u="none" cap="none" strike="noStrike"/>
                        <a:t> para o usuário.</a:t>
                      </a:r>
                      <a:endParaRPr sz="2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Páginas HTML, templates, APIs de resposta JSON.</a:t>
                      </a:r>
                      <a:endParaRPr sz="2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Controller (Controlador)</a:t>
                      </a:r>
                      <a:endParaRPr b="1" sz="2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Intermedia</a:t>
                      </a:r>
                      <a:r>
                        <a:rPr lang="en-US" sz="2000" u="none" cap="none" strike="noStrike"/>
                        <a:t> a comunicação entre o Model e a View. Recebe requisições, processa e retorna respostas.</a:t>
                      </a:r>
                      <a:endParaRPr sz="2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Funções ou classes que tratam requisições HTTP.</a:t>
                      </a:r>
                      <a:endParaRPr sz="2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1" name="Google Shape;101;g39bc14d67dd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9bc14d67dd_0_5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30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Introdução ao Padrão MVC + Análise de Sistema OO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bc14d67dd_0_16"/>
          <p:cNvSpPr txBox="1"/>
          <p:nvPr/>
        </p:nvSpPr>
        <p:spPr>
          <a:xfrm>
            <a:off x="1151325" y="3028800"/>
            <a:ext cx="6608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MVC no Django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g39bc14d67dd_0_16"/>
          <p:cNvSpPr txBox="1"/>
          <p:nvPr/>
        </p:nvSpPr>
        <p:spPr>
          <a:xfrm>
            <a:off x="1214000" y="3750075"/>
            <a:ext cx="10899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Django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segue um padrão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muito parecido com o MVC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mas com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nomes ligeiramente diferentes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conhecido como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MTV (Model–Template–View)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Apesar do nome mudar, a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função de cada parte é essencialmente a mesma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9" name="Google Shape;109;g39bc14d67dd_0_16"/>
          <p:cNvGraphicFramePr/>
          <p:nvPr/>
        </p:nvGraphicFramePr>
        <p:xfrm>
          <a:off x="1214000" y="516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{7E4DE432-98AD-4EDA-A79C-19001163CE0F}</a:tableStyleId>
              </a:tblPr>
              <a:tblGrid>
                <a:gridCol w="2648625"/>
                <a:gridCol w="3323150"/>
                <a:gridCol w="7272875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Conceito MVC</a:t>
                      </a:r>
                      <a:endParaRPr b="1" sz="2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Equivalente em Django</a:t>
                      </a:r>
                      <a:endParaRPr b="1" sz="2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Descrição</a:t>
                      </a:r>
                      <a:endParaRPr b="1" sz="2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Model</a:t>
                      </a:r>
                      <a:endParaRPr b="1" sz="2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models.py</a:t>
                      </a:r>
                      <a:endParaRPr sz="2000" u="none" cap="none" strike="noStrike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Define a estrutura dos dados (tabelas, campos, relacionamentos).</a:t>
                      </a:r>
                      <a:endParaRPr sz="2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View</a:t>
                      </a:r>
                      <a:endParaRPr b="1" sz="2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views.py</a:t>
                      </a:r>
                      <a:endParaRPr sz="2000" u="none" cap="none" strike="noStrike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Contém a lógica de controle: recebe requisições e retorna respostas.</a:t>
                      </a:r>
                      <a:endParaRPr sz="2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Controller</a:t>
                      </a:r>
                      <a:endParaRPr b="1" sz="2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urls.py</a:t>
                      </a:r>
                      <a:r>
                        <a:rPr lang="en-US" sz="2000" u="none" cap="none" strike="noStrike"/>
                        <a:t> + o próprio framework Django</a:t>
                      </a:r>
                      <a:endParaRPr sz="2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Faz o roteamento das requisições para as views adequadas.</a:t>
                      </a:r>
                      <a:endParaRPr sz="2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Template</a:t>
                      </a:r>
                      <a:endParaRPr b="1" sz="2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templates/</a:t>
                      </a:r>
                      <a:endParaRPr sz="2000" u="none" cap="none" strike="noStrike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É a camada de apresentação (HTML, CSS, JS).</a:t>
                      </a:r>
                      <a:endParaRPr sz="20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0" name="Google Shape;110;g39bc14d67dd_0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9bc14d67dd_0_16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30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Introdução ao Padrão MVC + Análise de Sistema OO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bc14d67dd_0_33"/>
          <p:cNvSpPr txBox="1"/>
          <p:nvPr/>
        </p:nvSpPr>
        <p:spPr>
          <a:xfrm>
            <a:off x="1151325" y="3028800"/>
            <a:ext cx="1088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Exemplo de estrutura simplificada de um app Django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7" name="Google Shape;117;g39bc14d67dd_0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4300" y="4188350"/>
            <a:ext cx="7412225" cy="4087775"/>
          </a:xfrm>
          <a:prstGeom prst="rect">
            <a:avLst/>
          </a:prstGeom>
          <a:noFill/>
          <a:ln cap="flat" cmpd="sng" w="9525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8" name="Google Shape;118;g39bc14d67dd_0_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9bc14d67dd_0_33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30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Introdução ao Padrão MVC + Análise de Sistema OO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bc14d67dd_0_43"/>
          <p:cNvSpPr txBox="1"/>
          <p:nvPr/>
        </p:nvSpPr>
        <p:spPr>
          <a:xfrm>
            <a:off x="1151325" y="3028800"/>
            <a:ext cx="1088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Prática: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g39bc14d67dd_0_43"/>
          <p:cNvSpPr txBox="1"/>
          <p:nvPr/>
        </p:nvSpPr>
        <p:spPr>
          <a:xfrm>
            <a:off x="1151325" y="3782875"/>
            <a:ext cx="7263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Refatorar um sistema simples de cadastro de produtos: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Separar classes de dados (Model)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Criar funções que interagem com o usuário (View)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Criar controladores que gerenciam as ações (Controller)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g39bc14d67dd_0_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1425" y="5658775"/>
            <a:ext cx="2962275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39bc14d67dd_0_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9bc14d67dd_0_43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30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Introdução ao Padrão MVC + Análise de Sistema OO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1f89f91c1_0_185"/>
          <p:cNvSpPr txBox="1"/>
          <p:nvPr/>
        </p:nvSpPr>
        <p:spPr>
          <a:xfrm>
            <a:off x="2870800" y="4343100"/>
            <a:ext cx="117672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Alguma dúvida ?</a:t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prof.adrielly.sayonara@gmail.com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4" name="Google Shape;134;g371f89f91c1_0_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71f89f91c1_0_185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30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Introdução ao Padrão MVC + Análise de Sistema OO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Isaias Dias</dc:creator>
</cp:coreProperties>
</file>