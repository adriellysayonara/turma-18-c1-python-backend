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ie7ZOo06kzzAvXT89lL5u8dh78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bd445a6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9bd445a639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bd445a63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9bd445a639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bd445a63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9bd445a639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bd445a63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9bd445a639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bd445a63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9bd445a639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bd445a63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9bd445a639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075" y="7942375"/>
            <a:ext cx="6627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1f89f91c1_0_9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Implementando o Model (Camada de Dados)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809875"/>
            <a:ext cx="10989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Revisar classes e atributos.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Criar persistência simples (em arquivo ou banco).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Criar métodos CRUD (Create, Read, Update, Delete).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9bd445a639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9bd445a639_0_6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Implementando o Model (Camada de Dados)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g39bd445a639_0_6"/>
          <p:cNvSpPr txBox="1"/>
          <p:nvPr/>
        </p:nvSpPr>
        <p:spPr>
          <a:xfrm>
            <a:off x="1151325" y="3028800"/>
            <a:ext cx="64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Revisão: Classes e Atributos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39bd445a639_0_6"/>
          <p:cNvSpPr txBox="1"/>
          <p:nvPr/>
        </p:nvSpPr>
        <p:spPr>
          <a:xfrm>
            <a:off x="1151325" y="3809875"/>
            <a:ext cx="109896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O Model </a:t>
            </a:r>
            <a:r>
              <a:rPr b="1" lang="en-US" sz="2000">
                <a:solidFill>
                  <a:schemeClr val="dk1"/>
                </a:solidFill>
              </a:rPr>
              <a:t>representa a estrutura e as regras dos dados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Pode ser feito com classes simples ou conectando-se a um banco SQLite. 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02" name="Google Shape;102;g39bd445a639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1025" y="5025725"/>
            <a:ext cx="9461923" cy="3326250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" name="Google Shape;103;g39bd445a639_0_6"/>
          <p:cNvSpPr txBox="1"/>
          <p:nvPr/>
        </p:nvSpPr>
        <p:spPr>
          <a:xfrm>
            <a:off x="11767250" y="5422950"/>
            <a:ext cx="47997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Aqui, temos: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Uma </a:t>
            </a:r>
            <a:r>
              <a:rPr b="1" lang="en-US" sz="2000">
                <a:solidFill>
                  <a:schemeClr val="dk1"/>
                </a:solidFill>
              </a:rPr>
              <a:t>classe</a:t>
            </a:r>
            <a:r>
              <a:rPr lang="en-US" sz="2000">
                <a:solidFill>
                  <a:schemeClr val="dk1"/>
                </a:solidFill>
              </a:rPr>
              <a:t> (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Produto</a:t>
            </a:r>
            <a:r>
              <a:rPr lang="en-US" sz="2000">
                <a:solidFill>
                  <a:schemeClr val="dk1"/>
                </a:solidFill>
              </a:rPr>
              <a:t>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Atributos</a:t>
            </a:r>
            <a:r>
              <a:rPr lang="en-US" sz="2000">
                <a:solidFill>
                  <a:schemeClr val="dk1"/>
                </a:solidFill>
              </a:rPr>
              <a:t> (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preco</a:t>
            </a:r>
            <a:r>
              <a:rPr lang="en-US" sz="2000">
                <a:solidFill>
                  <a:schemeClr val="dk1"/>
                </a:solidFill>
              </a:rPr>
              <a:t>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Um </a:t>
            </a:r>
            <a:r>
              <a:rPr b="1" lang="en-US" sz="2000">
                <a:solidFill>
                  <a:schemeClr val="dk1"/>
                </a:solidFill>
              </a:rPr>
              <a:t>método especial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__repr__</a:t>
            </a:r>
            <a:r>
              <a:rPr lang="en-US" sz="2000">
                <a:solidFill>
                  <a:schemeClr val="dk1"/>
                </a:solidFill>
              </a:rPr>
              <a:t> para facilitar a visualização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9bd445a639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9bd445a639_0_20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Implementando o Model (Camada de Dados)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g39bd445a639_0_20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Persistência simples (em arquivo)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9bd445a639_0_20"/>
          <p:cNvSpPr txBox="1"/>
          <p:nvPr/>
        </p:nvSpPr>
        <p:spPr>
          <a:xfrm>
            <a:off x="1151325" y="3809875"/>
            <a:ext cx="5801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Antes de usar banco de dados, podemos guardar os dados em </a:t>
            </a:r>
            <a:r>
              <a:rPr b="1" lang="en-US" sz="2000">
                <a:solidFill>
                  <a:schemeClr val="dk1"/>
                </a:solidFill>
              </a:rPr>
              <a:t>JSON</a:t>
            </a:r>
            <a:r>
              <a:rPr lang="en-US" sz="2000">
                <a:solidFill>
                  <a:schemeClr val="dk1"/>
                </a:solidFill>
              </a:rPr>
              <a:t> (texto estruturado).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Isso simula o comportamento de um banco.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12" name="Google Shape;112;g39bd445a639_0_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51750" y="3675300"/>
            <a:ext cx="5632645" cy="5053700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9bd445a639_0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9bd445a639_0_31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Implementando o Model (Camada de Dados)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g39bd445a639_0_31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Métodos CRUD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g39bd445a639_0_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9000" y="3675300"/>
            <a:ext cx="4657725" cy="5695950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" name="Google Shape;121;g39bd445a639_0_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9525" y="3830600"/>
            <a:ext cx="5772150" cy="4352925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9bd445a639_0_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9bd445a639_0_42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Implementando o Model (Camada de Dados)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g39bd445a639_0_42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Testando o Model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" name="Google Shape;129;g39bd445a639_0_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5225" y="3028800"/>
            <a:ext cx="5275200" cy="6612575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9bd445a639_0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9bd445a639_0_52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Implementando o Model (Camada de Dados)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g39bd445a639_0_52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No Django, o mesmo conceito é aplicado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g39bd445a639_0_52"/>
          <p:cNvSpPr txBox="1"/>
          <p:nvPr/>
        </p:nvSpPr>
        <p:spPr>
          <a:xfrm>
            <a:off x="1151325" y="3812775"/>
            <a:ext cx="9434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Em </a:t>
            </a:r>
            <a:r>
              <a:rPr b="1" lang="en-US" sz="2000">
                <a:solidFill>
                  <a:schemeClr val="dk1"/>
                </a:solidFill>
              </a:rPr>
              <a:t>Django</a:t>
            </a:r>
            <a:r>
              <a:rPr lang="en-US" sz="2000">
                <a:solidFill>
                  <a:schemeClr val="dk1"/>
                </a:solidFill>
              </a:rPr>
              <a:t>, o </a:t>
            </a:r>
            <a:r>
              <a:rPr b="1" lang="en-US" sz="2000">
                <a:solidFill>
                  <a:schemeClr val="dk1"/>
                </a:solidFill>
              </a:rPr>
              <a:t>Model</a:t>
            </a:r>
            <a:r>
              <a:rPr lang="en-US" sz="2000">
                <a:solidFill>
                  <a:schemeClr val="dk1"/>
                </a:solidFill>
              </a:rPr>
              <a:t> é uma </a:t>
            </a:r>
            <a:r>
              <a:rPr b="1" lang="en-US" sz="2000">
                <a:solidFill>
                  <a:schemeClr val="dk1"/>
                </a:solidFill>
              </a:rPr>
              <a:t>classe que herda de </a:t>
            </a: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models.Model</a:t>
            </a:r>
            <a:r>
              <a:rPr lang="en-US" sz="2000">
                <a:solidFill>
                  <a:schemeClr val="dk1"/>
                </a:solidFill>
              </a:rPr>
              <a:t> e já possui persistência automática no banco de dados.</a:t>
            </a:r>
            <a:endParaRPr sz="2000"/>
          </a:p>
        </p:txBody>
      </p:sp>
      <p:pic>
        <p:nvPicPr>
          <p:cNvPr id="138" name="Google Shape;138;g39bd445a639_0_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2450" y="4929950"/>
            <a:ext cx="6785325" cy="2985100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" name="Google Shape;139;g39bd445a639_0_52"/>
          <p:cNvSpPr txBox="1"/>
          <p:nvPr/>
        </p:nvSpPr>
        <p:spPr>
          <a:xfrm>
            <a:off x="11169175" y="5307950"/>
            <a:ext cx="67854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A partir disso, o Django já fornece CRUD automático: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Produto.objects.create(...)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Produto.objects.all()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Produto.objects.filter(id=1).update(...)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Produto.objects.filter(id=1).delete()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9bd445a639_0_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9bd445a639_0_68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Implementando o Model (Camada de Dados)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g39bd445a639_0_68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Prática: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g39bd445a639_0_68"/>
          <p:cNvSpPr txBox="1"/>
          <p:nvPr/>
        </p:nvSpPr>
        <p:spPr>
          <a:xfrm>
            <a:off x="1151325" y="3812775"/>
            <a:ext cx="9434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Criar lista de produtos em memória.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Criar funções para adicionar, listar e remover produtos.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</a:rPr>
              <a:t>USANDO O import JSON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3" name="Google Shape;153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71f89f91c1_0_18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Implementando o Model (Camada de Dados)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