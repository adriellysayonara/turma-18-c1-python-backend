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wTAWFUBdLo5ZGuXXdm01tyIef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66ABAC-4687-4E0C-9698-55C103F165DF}">
  <a:tblStyle styleId="{D266ABAC-4687-4E0C-9698-55C103F165D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0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da26a87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9bda26a87d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bda26a87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9bda26a87d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bda26a87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9bda26a87d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bda26a87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9bda26a87d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bda26a87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9bda26a87d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bda26a87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9bda26a87d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49075" y="7942375"/>
            <a:ext cx="6627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71f89f91c1_0_9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Criando Controllers e Views (Lógica e Interface)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809875"/>
            <a:ext cx="10989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Entender o papel do Controller como intermediário.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Criar Views (interfaces simples em terminal).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Ligar a View ao Model via Controller.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9bda26a87d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9bda26a87d_0_3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Criando Controllers e Views (Lógica e Interface)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g39bda26a87d_0_3"/>
          <p:cNvSpPr txBox="1"/>
          <p:nvPr/>
        </p:nvSpPr>
        <p:spPr>
          <a:xfrm>
            <a:off x="1151325" y="3028800"/>
            <a:ext cx="459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Papel do Controller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9bda26a87d_0_3"/>
          <p:cNvSpPr txBox="1"/>
          <p:nvPr/>
        </p:nvSpPr>
        <p:spPr>
          <a:xfrm>
            <a:off x="1151325" y="3809875"/>
            <a:ext cx="10989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No padrão MVC: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</a:t>
            </a:r>
            <a:r>
              <a:rPr b="1" lang="en-US" sz="2000">
                <a:solidFill>
                  <a:schemeClr val="dk1"/>
                </a:solidFill>
              </a:rPr>
              <a:t>Controller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chemeClr val="dk1"/>
                </a:solidFill>
              </a:rPr>
              <a:t>recebe as ações do usuário</a:t>
            </a:r>
            <a:r>
              <a:rPr lang="en-US" sz="2000">
                <a:solidFill>
                  <a:schemeClr val="dk1"/>
                </a:solidFill>
              </a:rPr>
              <a:t> (como clicar ou digitar algo).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Ele </a:t>
            </a:r>
            <a:r>
              <a:rPr b="1" lang="en-US" sz="2000">
                <a:solidFill>
                  <a:schemeClr val="dk1"/>
                </a:solidFill>
              </a:rPr>
              <a:t>consulta ou altera o Model</a:t>
            </a:r>
            <a:r>
              <a:rPr lang="en-US" sz="2000">
                <a:solidFill>
                  <a:schemeClr val="dk1"/>
                </a:solidFill>
              </a:rPr>
              <a:t> conforme necessário.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Por fim, </a:t>
            </a:r>
            <a:r>
              <a:rPr b="1" lang="en-US" sz="2000">
                <a:solidFill>
                  <a:schemeClr val="dk1"/>
                </a:solidFill>
              </a:rPr>
              <a:t>envia os dados para a View</a:t>
            </a:r>
            <a:r>
              <a:rPr lang="en-US" sz="2000">
                <a:solidFill>
                  <a:schemeClr val="dk1"/>
                </a:solidFill>
              </a:rPr>
              <a:t>, que mostra o resultado.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02" name="Google Shape;102;g39bda26a87d_0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0735" y="6026275"/>
            <a:ext cx="8047325" cy="148462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9bda26a87d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9bda26a87d_0_14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Criando Controllers e Views (Lógica e Interface)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g39bda26a87d_0_14"/>
          <p:cNvSpPr txBox="1"/>
          <p:nvPr/>
        </p:nvSpPr>
        <p:spPr>
          <a:xfrm>
            <a:off x="1151325" y="3028800"/>
            <a:ext cx="732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Criando Views simples (terminal)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9bda26a87d_0_14"/>
          <p:cNvSpPr txBox="1"/>
          <p:nvPr/>
        </p:nvSpPr>
        <p:spPr>
          <a:xfrm>
            <a:off x="1151325" y="3809875"/>
            <a:ext cx="10989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A </a:t>
            </a:r>
            <a:r>
              <a:rPr b="1" lang="en-US" sz="2000">
                <a:solidFill>
                  <a:schemeClr val="dk1"/>
                </a:solidFill>
              </a:rPr>
              <a:t>View</a:t>
            </a:r>
            <a:r>
              <a:rPr lang="en-US" sz="2000">
                <a:solidFill>
                  <a:schemeClr val="dk1"/>
                </a:solidFill>
              </a:rPr>
              <a:t> é responsável por </a:t>
            </a:r>
            <a:r>
              <a:rPr b="1" lang="en-US" sz="2000">
                <a:solidFill>
                  <a:schemeClr val="dk1"/>
                </a:solidFill>
              </a:rPr>
              <a:t>mostrar dados e ler entradas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No terminal, isso se traduz em </a:t>
            </a:r>
            <a:r>
              <a:rPr b="1" lang="en-US" sz="2000">
                <a:solidFill>
                  <a:schemeClr val="dk1"/>
                </a:solidFill>
              </a:rPr>
              <a:t>funções que imprimem informações e capturam input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11" name="Google Shape;111;g39bda26a87d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4700" y="5032525"/>
            <a:ext cx="4676150" cy="361702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9bda26a87d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9bda26a87d_0_26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Criando Controllers e Views (Lógica e Interface)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g39bda26a87d_0_26"/>
          <p:cNvSpPr txBox="1"/>
          <p:nvPr/>
        </p:nvSpPr>
        <p:spPr>
          <a:xfrm>
            <a:off x="1151325" y="3028800"/>
            <a:ext cx="732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Criando o Controller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g39bda26a87d_0_26"/>
          <p:cNvSpPr txBox="1"/>
          <p:nvPr/>
        </p:nvSpPr>
        <p:spPr>
          <a:xfrm>
            <a:off x="1151325" y="3809875"/>
            <a:ext cx="1098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O </a:t>
            </a:r>
            <a:r>
              <a:rPr b="1" lang="en-US" sz="2000">
                <a:solidFill>
                  <a:schemeClr val="dk1"/>
                </a:solidFill>
              </a:rPr>
              <a:t>Controller</a:t>
            </a:r>
            <a:r>
              <a:rPr lang="en-US" sz="2000">
                <a:solidFill>
                  <a:schemeClr val="dk1"/>
                </a:solidFill>
              </a:rPr>
              <a:t> conecta </a:t>
            </a:r>
            <a:r>
              <a:rPr b="1" lang="en-US" sz="2000">
                <a:solidFill>
                  <a:schemeClr val="dk1"/>
                </a:solidFill>
              </a:rPr>
              <a:t>View e Model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900">
              <a:solidFill>
                <a:schemeClr val="dk1"/>
              </a:solidFill>
            </a:endParaRPr>
          </a:p>
        </p:txBody>
      </p:sp>
      <p:pic>
        <p:nvPicPr>
          <p:cNvPr id="120" name="Google Shape;120;g39bda26a87d_0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9200" y="2589096"/>
            <a:ext cx="7326600" cy="6827804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9bda26a87d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9bda26a87d_0_37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Criando Controllers e Views (Lógica e Interface)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g39bda26a87d_0_37"/>
          <p:cNvSpPr txBox="1"/>
          <p:nvPr/>
        </p:nvSpPr>
        <p:spPr>
          <a:xfrm>
            <a:off x="1151325" y="3028800"/>
            <a:ext cx="732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Ligando tudo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9bda26a87d_0_37"/>
          <p:cNvSpPr txBox="1"/>
          <p:nvPr/>
        </p:nvSpPr>
        <p:spPr>
          <a:xfrm>
            <a:off x="1151325" y="3809875"/>
            <a:ext cx="4560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Agora podemos criar um </a:t>
            </a:r>
            <a:r>
              <a:rPr b="1" lang="en-US" sz="2000">
                <a:solidFill>
                  <a:schemeClr val="dk1"/>
                </a:solidFill>
              </a:rPr>
              <a:t>menu no terminal</a:t>
            </a:r>
            <a:r>
              <a:rPr lang="en-US" sz="2000">
                <a:solidFill>
                  <a:schemeClr val="dk1"/>
                </a:solidFill>
              </a:rPr>
              <a:t> para interagir com o Model via Controller: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29" name="Google Shape;129;g39bda26a87d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3725" y="2712300"/>
            <a:ext cx="7189050" cy="5924525"/>
          </a:xfrm>
          <a:prstGeom prst="rect">
            <a:avLst/>
          </a:prstGeom>
          <a:noFill/>
          <a:ln cap="flat" cmpd="sng" w="19050">
            <a:solidFill>
              <a:srgbClr val="7EB61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" name="Google Shape;130;g39bda26a87d_0_37"/>
          <p:cNvSpPr txBox="1"/>
          <p:nvPr/>
        </p:nvSpPr>
        <p:spPr>
          <a:xfrm>
            <a:off x="1151325" y="5145050"/>
            <a:ext cx="4171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Fluxo completo no terminal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Usuário interage com a </a:t>
            </a:r>
            <a:r>
              <a:rPr b="1" lang="en-US" sz="2000">
                <a:solidFill>
                  <a:schemeClr val="dk1"/>
                </a:solidFill>
              </a:rPr>
              <a:t>View</a:t>
            </a:r>
            <a:r>
              <a:rPr lang="en-US" sz="2000">
                <a:solidFill>
                  <a:schemeClr val="dk1"/>
                </a:solidFill>
              </a:rPr>
              <a:t> → Controller processa → Model manipula os dados → Controller retorna à View → Usuário vê resultado.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9bda26a87d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9bda26a87d_0_52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Criando Controllers e Views (Lógica e Interface)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g39bda26a87d_0_52"/>
          <p:cNvSpPr txBox="1"/>
          <p:nvPr/>
        </p:nvSpPr>
        <p:spPr>
          <a:xfrm>
            <a:off x="1151325" y="3028800"/>
            <a:ext cx="732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Resumo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38" name="Google Shape;138;g39bda26a87d_0_52"/>
          <p:cNvGraphicFramePr/>
          <p:nvPr/>
        </p:nvGraphicFramePr>
        <p:xfrm>
          <a:off x="1151325" y="418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{D266ABAC-4687-4E0C-9698-55C103F165DF}</a:tableStyleId>
              </a:tblPr>
              <a:tblGrid>
                <a:gridCol w="2240475"/>
                <a:gridCol w="59590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Componente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Função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Model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Mantém os dados e regras de negócio.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View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Mostra informações e lê entradas do usuário.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Controller</a:t>
                      </a:r>
                      <a:endParaRPr b="1"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Intermedia ações do usuário, atualiza Model e escolhe qual View mostrar.</a:t>
                      </a:r>
                      <a:endParaRPr sz="2000"/>
                    </a:p>
                  </a:txBody>
                  <a:tcPr marT="91425" marB="91425" marR="91425" marL="91425">
                    <a:lnL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9bda26a87d_0_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9bda26a87d_0_64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Criando Controllers e Views (Lógica e Interface)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g39bda26a87d_0_64"/>
          <p:cNvSpPr txBox="1"/>
          <p:nvPr/>
        </p:nvSpPr>
        <p:spPr>
          <a:xfrm>
            <a:off x="1151325" y="3028800"/>
            <a:ext cx="732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Pratica 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g39bda26a87d_0_64"/>
          <p:cNvSpPr txBox="1"/>
          <p:nvPr/>
        </p:nvSpPr>
        <p:spPr>
          <a:xfrm>
            <a:off x="1151325" y="3857625"/>
            <a:ext cx="586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Criar fluxo principal (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main.py</a:t>
            </a:r>
            <a:r>
              <a:rPr lang="en-US" sz="2000">
                <a:solidFill>
                  <a:schemeClr val="dk1"/>
                </a:solidFill>
              </a:rPr>
              <a:t>) que une tudo: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2" name="Google Shape;152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71f89f91c1_0_185"/>
          <p:cNvSpPr txBox="1"/>
          <p:nvPr/>
        </p:nvSpPr>
        <p:spPr>
          <a:xfrm>
            <a:off x="2086950" y="1276525"/>
            <a:ext cx="72639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3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-US" sz="275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</a:t>
            </a:r>
            <a:r>
              <a:rPr b="1" lang="en-US" sz="275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Criando Controllers e Views (Lógica e Interface)</a:t>
            </a:r>
            <a:endParaRPr b="1" i="0" sz="2750" u="none" cap="none" strike="noStrike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