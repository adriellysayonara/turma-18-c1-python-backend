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gCAbWenxsjLNz3pB0XOGEwJpML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2a4460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92a44608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92a44608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792a44608d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92a44608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792a44608d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2a44608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2a44608d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2a44608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792a44608d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92a44608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792a44608d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92a44608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792a44608d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92a44608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792a44608d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92a44608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792a44608d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2a44608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2a44608d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92a44608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792a44608d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92a44608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792a44608d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9cfd354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79cfd3545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9cfd354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79cfd3545c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9cfd354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79cfd3545c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9cfd3545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79cfd3545c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9cfd3545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79cfd3545c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9cfd3545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79cfd3545c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9cfd3545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79cfd3545c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9cfd3545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79cfd3545c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9cfd3545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79cfd3545c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711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</a:t>
            </a:r>
            <a:r>
              <a:rPr b="1" lang="en-US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21380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 os padrões de criação de objetos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Estudar e aplicar Factory Method e Singleton em Python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Desenvolver exemplos práticos, incluindo implementação de um Logger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 os alunos para usar padrões em sistemas reais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92a44608d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92a44608d_0_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792a44608d_0_1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são Padrões de Criação?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792a44608d_0_1"/>
          <p:cNvSpPr txBox="1"/>
          <p:nvPr/>
        </p:nvSpPr>
        <p:spPr>
          <a:xfrm>
            <a:off x="1151325" y="3809875"/>
            <a:ext cx="121380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Lidam com 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instanciação de objetos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Garantem flexibilidade na criação de classes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Evitam dependências rígidas no código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92a44608d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792a44608d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792a44608d_0_1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792a44608d_0_10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Benefícios dos Padrões de Criação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792a44608d_0_10"/>
          <p:cNvSpPr txBox="1"/>
          <p:nvPr/>
        </p:nvSpPr>
        <p:spPr>
          <a:xfrm>
            <a:off x="1151325" y="3809875"/>
            <a:ext cx="121380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Centralizam lógica de criação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Diminuem acoplamento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Facilitam testes e manutenção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92a44608d_0_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792a44608d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92a44608d_0_1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792a44608d_0_19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Factory Method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792a44608d_0_19"/>
          <p:cNvSpPr txBox="1"/>
          <p:nvPr/>
        </p:nvSpPr>
        <p:spPr>
          <a:xfrm>
            <a:off x="1151325" y="3809875"/>
            <a:ext cx="121380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objetos sem expor a lógica de criação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que subclasses decidam qual objeto instanciar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792a44608d_0_1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792a44608d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792a44608d_0_2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792a44608d_0_27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Estrutura do Factory Method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792a44608d_0_27"/>
          <p:cNvSpPr txBox="1"/>
          <p:nvPr/>
        </p:nvSpPr>
        <p:spPr>
          <a:xfrm>
            <a:off x="1151325" y="3809875"/>
            <a:ext cx="121380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 abstrata define método fábrica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Subclasses implementam a criação do objeto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792a44608d_0_2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792a44608d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792a44608d_0_3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g3792a44608d_0_35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simples de Factory em Python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3792a44608d_0_35"/>
          <p:cNvSpPr txBox="1"/>
          <p:nvPr/>
        </p:nvSpPr>
        <p:spPr>
          <a:xfrm>
            <a:off x="1151325" y="3809875"/>
            <a:ext cx="121380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92a44608d_0_3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792a44608d_0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9375" y="3809875"/>
            <a:ext cx="9194100" cy="45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792a44608d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792a44608d_0_44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3792a44608d_0_44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Exercício - Implementando Factory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792a44608d_0_44"/>
          <p:cNvSpPr txBox="1"/>
          <p:nvPr/>
        </p:nvSpPr>
        <p:spPr>
          <a:xfrm>
            <a:off x="1151325" y="3809875"/>
            <a:ext cx="12138000" cy="21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uma fábrica de meios de pagamentos: Cartão, Pix, Boleto.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Retornar objeto correto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792a44608d_0_4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792a44608d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792a44608d_0_5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792a44608d_0_53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Benefício do Factory Method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792a44608d_0_53"/>
          <p:cNvSpPr txBox="1"/>
          <p:nvPr/>
        </p:nvSpPr>
        <p:spPr>
          <a:xfrm>
            <a:off x="1151325" y="3809875"/>
            <a:ext cx="12138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Flexibilidade na criação de instâncias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Fácil de adicionar novos tipos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 repetição de código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792a44608d_0_5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792a44608d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792a44608d_0_6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792a44608d_0_63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g3792a44608d_0_63"/>
          <p:cNvSpPr txBox="1"/>
          <p:nvPr/>
        </p:nvSpPr>
        <p:spPr>
          <a:xfrm>
            <a:off x="1151325" y="3809875"/>
            <a:ext cx="121380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Garante que uma classe tenha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apenas uma instância 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Fornece um ponto global de acesso a ela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792a44608d_0_6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792a44608d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792a44608d_0_8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g3792a44608d_0_80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Problema resolvido pelo 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3792a44608d_0_80"/>
          <p:cNvSpPr txBox="1"/>
          <p:nvPr/>
        </p:nvSpPr>
        <p:spPr>
          <a:xfrm>
            <a:off x="1151325" y="3809875"/>
            <a:ext cx="12138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Situações em que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apenas uma instância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 sentido: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Conexão com banco de dados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global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Logger (registro de eventos)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92a44608d_0_8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792a44608d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792a44608d_0_8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792a44608d_0_89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Estrutura do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792a44608d_0_89"/>
          <p:cNvSpPr txBox="1"/>
          <p:nvPr/>
        </p:nvSpPr>
        <p:spPr>
          <a:xfrm>
            <a:off x="1151325" y="3809875"/>
            <a:ext cx="12138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Construtor privado ou controlado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Acesso por método estático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Reuso da mesma instância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792a44608d_0_8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792a44608d_0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792a44608d_0_9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792a44608d_0_98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Singleton ewm Python (básico)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792a44608d_0_98"/>
          <p:cNvSpPr txBox="1"/>
          <p:nvPr/>
        </p:nvSpPr>
        <p:spPr>
          <a:xfrm>
            <a:off x="1151325" y="3809875"/>
            <a:ext cx="121380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792a44608d_0_9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792a44608d_0_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6136" y="4188350"/>
            <a:ext cx="12137999" cy="353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3792a44608d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792a44608d_0_10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g3792a44608d_0_107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Singleton - Logger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g3792a44608d_0_107"/>
          <p:cNvSpPr txBox="1"/>
          <p:nvPr/>
        </p:nvSpPr>
        <p:spPr>
          <a:xfrm>
            <a:off x="1151325" y="3809875"/>
            <a:ext cx="121380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792a44608d_0_10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3792a44608d_0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69625" y="3675300"/>
            <a:ext cx="11543424" cy="49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79cfd3545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79cfd3545c_0_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g379cfd3545c_0_0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Uso do Logger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79cfd3545c_0_0"/>
          <p:cNvSpPr txBox="1"/>
          <p:nvPr/>
        </p:nvSpPr>
        <p:spPr>
          <a:xfrm>
            <a:off x="1151325" y="7382925"/>
            <a:ext cx="121380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Ambos objetos compartilham o mesmo estado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79cfd3545c_0_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79cfd3545c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6950" y="4109963"/>
            <a:ext cx="12944949" cy="28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79cfd3545c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79cfd3545c_0_1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379cfd3545c_0_10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Exercício - Singleton Configuração 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g379cfd3545c_0_10"/>
          <p:cNvSpPr txBox="1"/>
          <p:nvPr/>
        </p:nvSpPr>
        <p:spPr>
          <a:xfrm>
            <a:off x="1151325" y="4188350"/>
            <a:ext cx="121380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classe de Configuração Singleton. Armazenar parâmetros como host, porta e debug.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79cfd3545c_0_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79cfd3545c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79cfd3545c_0_1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79cfd3545c_0_19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Vantagens do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g379cfd3545c_0_19"/>
          <p:cNvSpPr txBox="1"/>
          <p:nvPr/>
        </p:nvSpPr>
        <p:spPr>
          <a:xfrm>
            <a:off x="1151325" y="4188350"/>
            <a:ext cx="121380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Garantia de instância única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centralizado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Útil para logging, conexões e configurações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79cfd3545c_0_1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79cfd3545c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79cfd3545c_0_2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g379cfd3545c_0_27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Desvantagens do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g379cfd3545c_0_27"/>
          <p:cNvSpPr txBox="1"/>
          <p:nvPr/>
        </p:nvSpPr>
        <p:spPr>
          <a:xfrm>
            <a:off x="1151325" y="4188350"/>
            <a:ext cx="121380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gerar alto acoplamento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Difícil de testar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ser usado com cautela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79cfd3545c_0_2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379cfd3545c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79cfd3545c_0_3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g379cfd3545c_0_35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Comparação Factory x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g379cfd3545c_0_35"/>
          <p:cNvSpPr txBox="1"/>
          <p:nvPr/>
        </p:nvSpPr>
        <p:spPr>
          <a:xfrm>
            <a:off x="1151325" y="4188350"/>
            <a:ext cx="121380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Factory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controla como objetos são criados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controla quantas instâncias podem existir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 ser usados em conjunto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79cfd3545c_0_3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79cfd3545c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79cfd3545c_0_44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g379cfd3545c_0_44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- Logger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g379cfd3545c_0_44"/>
          <p:cNvSpPr txBox="1"/>
          <p:nvPr/>
        </p:nvSpPr>
        <p:spPr>
          <a:xfrm>
            <a:off x="1151325" y="4188350"/>
            <a:ext cx="121380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Logger Singleton que registra ações do sistema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registrar(mensagem)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listar()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79cfd3545c_0_4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79cfd3545c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79cfd3545c_0_5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g379cfd3545c_0_53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- Factory + Singleton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g379cfd3545c_0_53"/>
          <p:cNvSpPr txBox="1"/>
          <p:nvPr/>
        </p:nvSpPr>
        <p:spPr>
          <a:xfrm>
            <a:off x="1151325" y="4188350"/>
            <a:ext cx="121380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fábrica de conexões que retorna sempre o mesmo objeto Singleton Exemplo: conexão com banco de dados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79cfd3545c_0_5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379cfd3545c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79cfd3545c_0_6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g379cfd3545c_0_62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Boas práticas com padrões de criação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g379cfd3545c_0_62"/>
          <p:cNvSpPr txBox="1"/>
          <p:nvPr/>
        </p:nvSpPr>
        <p:spPr>
          <a:xfrm>
            <a:off x="1151325" y="4188350"/>
            <a:ext cx="121380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Factory ajuda a criar objetos de forma flexível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Singleton garante instância única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Logger é exemplo clássico de Singleton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79cfd3545c_0_6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79cfd3545c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79cfd3545c_0_7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g379cfd3545c_0_72"/>
          <p:cNvSpPr txBox="1"/>
          <p:nvPr/>
        </p:nvSpPr>
        <p:spPr>
          <a:xfrm>
            <a:off x="1151325" y="3028800"/>
            <a:ext cx="919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Materiais para Estudo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g379cfd3545c_0_72"/>
          <p:cNvSpPr txBox="1"/>
          <p:nvPr/>
        </p:nvSpPr>
        <p:spPr>
          <a:xfrm>
            <a:off x="1151325" y="4188350"/>
            <a:ext cx="121380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Livro: Padrões de Projeto – GoF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Python: https://realpython.com/python-singleton/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Refactoring Guru: https://refactoring.guru/design-patterns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 Udemy: Design Patterns em Python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79cfd3545c_0_7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71f89f91c1_0_185"/>
          <p:cNvSpPr txBox="1"/>
          <p:nvPr/>
        </p:nvSpPr>
        <p:spPr>
          <a:xfrm>
            <a:off x="2086950" y="1276525"/>
            <a:ext cx="7721700" cy="16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26 -Padrões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